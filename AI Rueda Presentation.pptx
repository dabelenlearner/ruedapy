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6" r:id="rId4"/>
    <p:sldId id="267" r:id="rId5"/>
    <p:sldId id="271" r:id="rId6"/>
    <p:sldId id="268" r:id="rId7"/>
    <p:sldId id="269" r:id="rId8"/>
    <p:sldId id="270" r:id="rId9"/>
    <p:sldId id="272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AFC"/>
    <a:srgbClr val="F0F4F8"/>
    <a:srgbClr val="118A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097" autoAdjust="0"/>
  </p:normalViewPr>
  <p:slideViewPr>
    <p:cSldViewPr snapToGrid="0" snapToObjects="1">
      <p:cViewPr varScale="1">
        <p:scale>
          <a:sx n="83" d="100"/>
          <a:sy n="83" d="100"/>
        </p:scale>
        <p:origin x="1450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D2D1AE-FAC9-41D4-A2F1-2CF58CB3BA8D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14BB20-7C56-480C-81F4-4F6351D81C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63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14BB20-7C56-480C-81F4-4F6351D81CC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1589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aBelenlearner/RuedaPy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087250"/>
            <a:ext cx="6400800" cy="1752600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rgbClr val="118AB2"/>
                </a:solidFill>
              </a:rPr>
              <a:t>CS 3600 Final Project</a:t>
            </a:r>
          </a:p>
          <a:p>
            <a:r>
              <a:rPr lang="en-US" sz="1800" dirty="0">
                <a:solidFill>
                  <a:srgbClr val="118AB2"/>
                </a:solidFill>
              </a:rPr>
              <a:t>Jonathan Gomez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028EE9-0E19-6E4A-033A-5CDCC0A0A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328" y="578299"/>
            <a:ext cx="7719344" cy="1508951"/>
          </a:xfrm>
          <a:prstGeom prst="rect">
            <a:avLst/>
          </a:prstGeom>
        </p:spPr>
      </p:pic>
      <p:pic>
        <p:nvPicPr>
          <p:cNvPr id="2" name="Picture 2" descr="Rueda cruzada - Rueda.Casino">
            <a:extLst>
              <a:ext uri="{FF2B5EF4-FFF2-40B4-BE49-F238E27FC236}">
                <a16:creationId xmlns:a16="http://schemas.microsoft.com/office/drawing/2014/main" id="{DD91169D-28D6-9FA6-EC68-2E54701453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197" y="2840915"/>
            <a:ext cx="7719344" cy="3859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97DAD0F-0DF9-757C-D7D1-C4767C19D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312" y="733320"/>
            <a:ext cx="8715375" cy="40100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C5A942F-63BF-BE40-BEDC-2C2E1232D1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855" y="505839"/>
            <a:ext cx="8720289" cy="4631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782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66F23BB-261F-F1D2-2EA1-BDB928616D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9985"/>
            <a:ext cx="9144000" cy="5318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398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2C60BAD-57F3-8211-1649-47CA911D9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28" y="953310"/>
            <a:ext cx="8694144" cy="4462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9149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3F5F55E-6C25-311D-2CEA-A5FCB7A079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3774"/>
            <a:ext cx="9144000" cy="293103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5CB8683-9A33-4539-AEF8-3D0577EA61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556" y="3429000"/>
            <a:ext cx="8618707" cy="2676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301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AC52820-52A1-6420-6322-A1997A62EE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0505"/>
            <a:ext cx="9144000" cy="23268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4771C9F-ADDE-0DE0-C61B-7C69A6CC99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035" y="2869652"/>
            <a:ext cx="8733182" cy="2374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54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B78B657-2B18-EA0F-42E0-2A33361A9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182" y="185537"/>
            <a:ext cx="7142922" cy="31966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8FB298-AB81-8832-A97C-DE2EA55B67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026" y="3475819"/>
            <a:ext cx="8825948" cy="2907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2739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6803238-4423-3C1E-67B1-24ED5CDE0B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328" y="503955"/>
            <a:ext cx="8459343" cy="4350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0452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902"/>
            <a:ext cx="8229600" cy="1143000"/>
          </a:xfrm>
        </p:spPr>
        <p:txBody>
          <a:bodyPr/>
          <a:lstStyle/>
          <a:p>
            <a:r>
              <a:rPr dirty="0"/>
              <a:t>Questions?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907CD2-218C-49B1-97CB-CBEA4D0A53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401" y="1132095"/>
            <a:ext cx="8635197" cy="459380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C160654-DE0F-433D-1D51-A687AAE9C048}"/>
              </a:ext>
            </a:extLst>
          </p:cNvPr>
          <p:cNvSpPr txBox="1"/>
          <p:nvPr/>
        </p:nvSpPr>
        <p:spPr>
          <a:xfrm>
            <a:off x="379379" y="6089511"/>
            <a:ext cx="83949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3"/>
              </a:rPr>
              <a:t>https://github.com/DaBelenlearner/RuedaPy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</TotalTime>
  <Words>18</Words>
  <Application>Microsoft Office PowerPoint</Application>
  <PresentationFormat>On-screen Show (4:3)</PresentationFormat>
  <Paragraphs>5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Questions?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Jonathan Gomez</dc:creator>
  <cp:keywords/>
  <dc:description>generated using python-pptx</dc:description>
  <cp:lastModifiedBy>Jonathan Gomez</cp:lastModifiedBy>
  <cp:revision>4</cp:revision>
  <dcterms:created xsi:type="dcterms:W3CDTF">2013-01-27T09:14:16Z</dcterms:created>
  <dcterms:modified xsi:type="dcterms:W3CDTF">2025-07-22T19:31:56Z</dcterms:modified>
  <cp:category/>
</cp:coreProperties>
</file>